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>
            <p:ph idx="101" hasCustomPrompt="1"/>
          </p:nvPr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828800"/>
            <a:ext cx="9418320" cy="3200400"/>
          </a:xfrm>
          <a:prstGeom prst="roundRect">
            <a:avLst/>
          </a:prstGeom>
          <a:solidFill>
            <a:srgbClr val="020617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2103120"/>
            <a:ext cx="9418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 i implementacja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651760"/>
            <a:ext cx="9418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Platforma SaaS do zarządzania infrastrukturą VPN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1600" y="4023360"/>
            <a:ext cx="9418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naciskiem na prywatność użytkowników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6217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Autor: [Twoje Imię] | Politechnika</a:t>
            </a:r>
            <a:endParaRPr lang="en-US" sz="1600" dirty="0"/>
          </a:p>
        </p:txBody>
      </p:sp>
      <p:sp>
        <p:nvSpPr>
          <p:cNvPr id="7" name="Text 1"/>
          <p:cNvSpPr/>
          <p:nvPr>
            <p:ph idx="101" hasCustomPrompt="1"/>
          </p:nvPr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Wprowadzenie i Cel Pracy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554480"/>
            <a:ext cx="548640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Cel Pracy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Projekt kompletnego systemu VPN typu SaaS</a:t>
            </a:r>
            <a:endParaRPr lang="en-US" sz="18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Centralne zarządzanie flotą serwerów</a:t>
            </a:r>
            <a:endParaRPr lang="en-US" sz="18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Ochrona prywatności (No-Logs Architecture)</a:t>
            </a:r>
            <a:endParaRPr lang="en-US" sz="18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Wsparcie protokołów: WireGuard, OpenVPN, IKEv2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48640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2880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Motywacja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Dynamiczny wzrost rynku VPN ($45 mld do 2027)</a:t>
            </a:r>
            <a:endParaRPr lang="en-US" sz="18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Wzrost świadomości prywatności użytkowników</a:t>
            </a:r>
            <a:endParaRPr lang="en-US" sz="18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Potrzeba łatwego w obsłudze panelu zarządzania</a:t>
            </a:r>
            <a:endParaRPr lang="en-US" sz="1800" dirty="0"/>
          </a:p>
        </p:txBody>
      </p:sp>
      <p:sp>
        <p:nvSpPr>
          <p:cNvPr id="10" name="Text 1"/>
          <p:cNvSpPr/>
          <p:nvPr>
            <p:ph idx="101" hasCustomPrompt="1"/>
          </p:nvPr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Architektura Systemu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Modularna struktura komponentów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2560320" cy="1371600"/>
          </a:xfrm>
          <a:prstGeom prst="roundRect">
            <a:avLst/>
          </a:prstGeom>
          <a:solidFill>
            <a:srgbClr val="020617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828800"/>
            <a:ext cx="2560320" cy="1371600"/>
          </a:xfrm>
          <a:prstGeom prst="roundRect">
            <a:avLst/>
          </a:prstGeom>
          <a:solidFill>
            <a:srgbClr val="020617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011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Control Plane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00600" y="25603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 / Lambda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0" y="1828800"/>
            <a:ext cx="2560320" cy="1371600"/>
          </a:xfrm>
          <a:prstGeom prst="roundRect">
            <a:avLst/>
          </a:prstGeom>
          <a:solidFill>
            <a:srgbClr val="020617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2011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VPN Server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0" y="25603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/ Tokio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WireGuard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4572000"/>
            <a:ext cx="2560320" cy="1371600"/>
          </a:xfrm>
          <a:prstGeom prst="roundRect">
            <a:avLst/>
          </a:prstGeom>
          <a:solidFill>
            <a:srgbClr val="020617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47548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Desktop Client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00600" y="53035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Tauri / React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Core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17520" y="2514600"/>
            <a:ext cx="1783080" cy="0"/>
          </a:xfrm>
          <a:prstGeom prst="line">
            <a:avLst/>
          </a:prstGeom>
          <a:noFill/>
          <a:ln w="25400">
            <a:solidFill>
              <a:srgbClr val="F1F5F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60920" y="2514600"/>
            <a:ext cx="1783080" cy="0"/>
          </a:xfrm>
          <a:prstGeom prst="line">
            <a:avLst/>
          </a:prstGeom>
          <a:noFill/>
          <a:ln w="25400">
            <a:solidFill>
              <a:srgbClr val="F1F5F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80760" y="3200400"/>
            <a:ext cx="0" cy="1371600"/>
          </a:xfrm>
          <a:prstGeom prst="line">
            <a:avLst/>
          </a:prstGeom>
          <a:noFill/>
          <a:ln w="25400">
            <a:solidFill>
              <a:srgbClr val="F1F5F9"/>
            </a:solidFill>
            <a:prstDash val="dash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21792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gRPC / REST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 rot="-2700000">
            <a:off x="91440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Encrypted Tunnel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0" y="5029200"/>
            <a:ext cx="-1828800" cy="-182880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3" name="Text 1"/>
          <p:cNvSpPr/>
          <p:nvPr>
            <p:ph idx="101" hasCustomPrompt="1"/>
          </p:nvPr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Technologie: Web &amp; Cloud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5486400" cy="914400"/>
        </p:xfrm>
        <a:graphic>
          <a:graphicData uri="http://schemas.openxmlformats.org/drawingml/2006/table">
            <a:tbl>
              <a:tblPr/>
              <a:tblGrid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F5F9"/>
                          </a:solidFill>
                        </a:rPr>
                        <a:t>Frontend (Next.js)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• React Server Components (RSC)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• tRPC dla bezpieczeństwa typów API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• Tailwind CSS &amp; Lucide Icons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• Stripe Billing Integration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645920"/>
          <a:ext cx="5486400" cy="914400"/>
        </p:xfrm>
        <a:graphic>
          <a:graphicData uri="http://schemas.openxmlformats.org/drawingml/2006/table">
            <a:tbl>
              <a:tblPr/>
              <a:tblGrid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F5F9"/>
                          </a:solidFill>
                        </a:rPr>
                        <a:t>Backend &amp; Cloud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• Bun: Modern JS Runtime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• AWS Lambda &amp; ECR (Containers)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• Neon PostgreSQL (Serverless)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• Pulumi (Infrastructure as Code)</a:t>
                      </a:r>
                      <a:endParaRPr lang="en-US" sz="14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/>
          <p:nvPr>
            <p:ph idx="101" hasCustomPrompt="1"/>
          </p:nvPr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Technologie: Systemowe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</a:rPr>
              <a:t>VPN Server (Rust)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• Rust: Bezpieczeństwo i wydajność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• WireGuard: Protokół nowej generacji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• Tokio: Asynchroniczny I/O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• Axum: Lekki framework HTTP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Desktop Client (Tauri)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256032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• Tauri: Lekka alternatywa dla Electron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• Rust Core: Zarządzanie procesami systemowymi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• React GUI: Szybkie i responsywne UI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• IPC: Bezpieczna komunikacja</a:t>
            </a:r>
            <a:endParaRPr lang="en-US" sz="1800" dirty="0"/>
          </a:p>
        </p:txBody>
      </p:sp>
      <p:sp>
        <p:nvSpPr>
          <p:cNvPr id="10" name="Text 1"/>
          <p:cNvSpPr/>
          <p:nvPr>
            <p:ph idx="101" hasCustomPrompt="1"/>
          </p:nvPr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Status Realizacji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Podsumowanie kluczowych modułów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1F5F9"/>
                          </a:solidFill>
                        </a:rPr>
                        <a:t>Moduł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1F5F9"/>
                          </a:solidFill>
                        </a:rPr>
                        <a:t>Postęp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1F5F9"/>
                          </a:solidFill>
                        </a:rPr>
                        <a:t>Zrealizowane Funkcjonalności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</a:rPr>
                        <a:t>Frontend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</a:rPr>
                        <a:t>95%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</a:rPr>
                        <a:t>Dashboard, Stripe, Auth (OAuth/Email), Admin Panel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</a:rPr>
                        <a:t>Control Plane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</a:rPr>
                        <a:t>100%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</a:rPr>
                        <a:t>API, Baza danych, Zarządzanie sesjami, Billing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</a:rPr>
                        <a:t>VPN Server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</a:rPr>
                        <a:t>90%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</a:rPr>
                        <a:t>WireGuard sync, Monitoring, Dynamiczne limity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</a:rPr>
                        <a:t>Desktop Client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</a:rPr>
                        <a:t>85%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1F5F9"/>
                          </a:solidFill>
                        </a:rPr>
                        <a:t>Tauri App, Rust Daemon, WireGuard integration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/>
          <p:nvPr>
            <p:ph idx="101" hasCustomPrompt="1"/>
          </p:nvPr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Status Realizacji: Detale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112471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10881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</a:rPr>
              <a:t>✅ Infrastruktura (100%)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Multi-region deployment (AWS), Pulumi Stacks, ECR/S3 pipelines.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12471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91840"/>
            <a:ext cx="10881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</a:rPr>
              <a:t>✅ Bezpieczeństwo (95%)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10881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Brak logów PII, Szyfrowanie bazy danych, Bezpieczne API Tokens.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112471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54880"/>
            <a:ext cx="10881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</a:rPr>
              <a:t>✅ CI/CD (100%)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5212080"/>
            <a:ext cx="10881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Automatyczne testy, Cross-compilation (Win/Mac/Lin), Auto-deploy.</a:t>
            </a:r>
            <a:endParaRPr lang="en-US" sz="1600" dirty="0"/>
          </a:p>
        </p:txBody>
      </p:sp>
      <p:sp>
        <p:nvSpPr>
          <p:cNvPr id="13" name="Text 1"/>
          <p:cNvSpPr/>
          <p:nvPr>
            <p:ph idx="101" hasCustomPrompt="1"/>
          </p:nvPr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Wnioski i Czego się nauczyłem?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112471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</a:rPr>
              <a:t>Programowanie Systemowe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</a:rPr>
              <a:t>Zarządzanie pamięcią w Rust, asynchroniczność (Tokio), FFI.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12471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</a:rPr>
              <a:t>Cloud Native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</a:rPr>
              <a:t>Architektura Serverless, konteneryzacja, IaC (Pulumi).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112471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</a:rPr>
              <a:t>Cybersecurity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5212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</a:rPr>
              <a:t>Protokół WireGuard, kryptografia, zarządzanie tożsamością.</a:t>
            </a:r>
            <a:endParaRPr lang="en-US" sz="1600" dirty="0"/>
          </a:p>
        </p:txBody>
      </p:sp>
      <p:sp>
        <p:nvSpPr>
          <p:cNvPr id="13" name="Text 1"/>
          <p:cNvSpPr/>
          <p:nvPr>
            <p:ph idx="101" hasCustomPrompt="1"/>
          </p:nvPr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Dalsze Plany Rozwoju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5486400" cy="4572000"/>
          </a:xfrm>
          <a:prstGeom prst="roundRect">
            <a:avLst/>
          </a:prstGeom>
          <a:solidFill>
            <a:srgbClr val="020617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</a:rPr>
              <a:t>Faza Produkcyjna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F1F5F9"/>
                </a:solidFill>
              </a:rPr>
              <a:t>• Pełna integracja z Stripe Tax</a:t>
            </a:r>
            <a:endParaRPr lang="en-US" sz="18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F1F5F9"/>
                </a:solidFill>
              </a:rPr>
              <a:t>• Optymalizacja kosztów AWS</a:t>
            </a:r>
            <a:endParaRPr lang="en-US" sz="18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F1F5F9"/>
                </a:solidFill>
              </a:rPr>
              <a:t>• Audyt bezpieczeństwa kodu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486400" cy="4572000"/>
          </a:xfrm>
          <a:prstGeom prst="roundRect">
            <a:avLst/>
          </a:prstGeom>
          <a:solidFill>
            <a:srgbClr val="020617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Nowe Funkcjonalności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256032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F1F5F9"/>
                </a:solidFill>
              </a:rPr>
              <a:t>• Rozproszony system DNS (Ad-block)</a:t>
            </a:r>
            <a:endParaRPr lang="en-US" sz="18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F1F5F9"/>
                </a:solidFill>
              </a:rPr>
              <a:t>• Obsługa protokołu ShadowSocks</a:t>
            </a:r>
            <a:endParaRPr lang="en-US" sz="180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F1F5F9"/>
                </a:solidFill>
              </a:rPr>
              <a:t>• Aplikacje mobilne (iOS/Android)</a:t>
            </a:r>
            <a:endParaRPr lang="en-US" sz="1800" dirty="0"/>
          </a:p>
        </p:txBody>
      </p:sp>
      <p:sp>
        <p:nvSpPr>
          <p:cNvPr id="10" name="Text 1"/>
          <p:cNvSpPr/>
          <p:nvPr>
            <p:ph idx="101" hasCustomPrompt="1"/>
          </p:nvPr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1828800"/>
            <a:ext cx="758952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0" y="246888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Dziękuję za uwagę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286000" y="384048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DE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Pytania?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669280"/>
          <a:ext cx="11247120" cy="9144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1F5F9"/>
                          </a:solidFill>
                        </a:rPr>
                        <a:t>Frontend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1F5F9"/>
                          </a:solidFill>
                        </a:rPr>
                        <a:t>Backend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1F5F9"/>
                          </a:solidFill>
                        </a:rPr>
                        <a:t>VPN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1F5F9"/>
                          </a:solidFill>
                        </a:rPr>
                        <a:t>Desktop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Next.js / Stripe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Bun / Lambda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Rust / WireGuard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1F5F9"/>
                          </a:solidFill>
                        </a:rPr>
                        <a:t>Tauri / React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1"/>
          <p:cNvSpPr/>
          <p:nvPr>
            <p:ph idx="101" hasCustomPrompt="1"/>
          </p:nvPr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Politechnika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i implementacja platformy SaaS VPN</dc:title>
  <dc:subject>PptxGenJS Presentation</dc:subject>
  <dc:creator>Student Inżynier</dc:creator>
  <cp:lastModifiedBy>Student Inżynier</cp:lastModifiedBy>
  <cp:revision>1</cp:revision>
  <dcterms:created xsi:type="dcterms:W3CDTF">2025-12-18T08:41:46Z</dcterms:created>
  <dcterms:modified xsi:type="dcterms:W3CDTF">2025-12-18T08:41:46Z</dcterms:modified>
</cp:coreProperties>
</file>